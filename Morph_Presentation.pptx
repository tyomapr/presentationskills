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84C1E-560F-2E33-A3B1-94D615CC9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018E79-DCD9-4B21-FA93-C57B820DA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5C2D5-09F3-3218-9DFC-A7E1708BE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DF011-BBFB-CC18-9977-86CBCF199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BB361-6912-F959-F4ED-AE70C19D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935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48C19-9708-635E-F28A-80E901D26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0F375-B8DC-1869-E8E0-D7EAF7253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DB951-4BE9-D315-8CBB-B1F2BBA71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5C14C-B5A2-7B6E-C74E-117D4617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F3F2B-ABEA-74E2-B777-50DD953B0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7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4BDB4-A307-E5E1-3AA0-3CA8902FF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5BAFE-9A7D-FF93-6FB8-D02EC2D33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1D8F6-CA69-8B6D-9859-A2DE1CF5D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30DD4-92AC-6B23-BE09-89282FA3B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9AEF0-3F8D-D8D1-9605-5A680812D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35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0430-A95B-BEB3-08E6-DC54F6AD2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94159-7EDC-FDE3-D8EC-EBCA234A3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D6CB3-D86A-40AE-5EAC-764A1060B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A70D9-F211-0CC5-384D-FB651148B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8C50E-AA67-AFA2-295E-1DCE89EC2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82E7C-1A5F-1B4E-AC1B-6EDCB0CA0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95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B11E-1965-3D23-511D-BD79A2AEA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5B30D-06B7-31C3-9EAB-D546E1E50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E745F-82B2-325C-4C57-BD52FF07C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D36266-954D-7C16-C657-602DFAF067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EF7476-FCC1-E172-BA72-23F039C87E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DCC63C-A004-B7E2-E66E-A0C4CCA19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9688EE-4AEB-EE1B-EEA2-9DF2699A8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09537-AA81-6925-9815-1EC6B68C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58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FE2A6-047D-AE52-46B7-0EC12B71A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EE52E-FDA8-B5D8-C42F-8E6192C38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BE308-8765-F465-E223-AEAD57F15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A2018-F95F-9490-9C8F-4F2E680E4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8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7BBCF0-FD7A-4DB5-1521-5F9FF6E3B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5A204D-6A73-AB3E-0D58-F5C7D4C6E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43C1B-6935-B707-4DBA-6D16FD00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18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FA78B-A6A8-2AA1-8431-64E320D6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00CAA-AD6D-D9B7-6067-53A08D11A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B5065-33D6-1356-0F9E-822E48681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A4E57-DCDA-9D55-4E04-7BE723DB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67DE9-A2E5-B06A-463A-EB91ABAD5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4EE1A-FD7D-A063-919D-12589080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43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C795-D528-B88A-AE1F-208D8202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DD9BD1-20B7-1163-7541-3C99FD6588A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2BFEE-9B0B-2837-5B98-C5D9A5090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E5223-BF6C-59E3-169B-5A52A79D2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4B648-37C6-059E-58D5-D47F24F72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874D3-9977-587E-9FEC-6B505BD9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81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571D5-50B7-6967-677C-887A1A88F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DA7E6B-BFA0-FA38-C904-345B477B7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01B3E-E205-6159-815C-1130512F9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585DE-373C-9F58-B0B3-4B4FA3F6A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C1EC5-3607-F4AA-2FE3-1ECFE9CA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729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9E46BC-6FFA-ED7E-B34D-04FF8CEC91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C37B52-6BC4-8592-8339-28D2CAA12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D40AB-3E6F-E6FB-3A00-17D07C9D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D4B5E-6C47-52EE-3726-293F06E5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24F5C-B9F8-4BF3-5814-2B0C41C3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23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C52520-C1EF-E8AB-915F-2F1E2B293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BB36A-7342-AB11-E8EA-708B1CD1C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C72A7-2AE6-CB12-55BD-FBB258C350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B0B2C-447D-D148-2202-40FE2B353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F83D8-9977-4870-B2E0-B732C183B7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95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293F-9CC3-0EB3-B163-CE8BD36121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0E11F-415E-40FC-E4B4-6FA612311E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DD178-0E39-0987-522F-9933A11D7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525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8FA31D3-62B2-2E27-B20A-437C169EEFA9}"/>
              </a:ext>
            </a:extLst>
          </p:cNvPr>
          <p:cNvSpPr/>
          <p:nvPr/>
        </p:nvSpPr>
        <p:spPr>
          <a:xfrm>
            <a:off x="-16042" y="0"/>
            <a:ext cx="12192000" cy="9562011"/>
          </a:xfrm>
          <a:prstGeom prst="rect">
            <a:avLst/>
          </a:prstGeom>
          <a:solidFill>
            <a:srgbClr val="002060">
              <a:alpha val="54000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430445-9723-C6B9-A494-6F99DB8C5152}"/>
              </a:ext>
            </a:extLst>
          </p:cNvPr>
          <p:cNvSpPr txBox="1"/>
          <p:nvPr/>
        </p:nvSpPr>
        <p:spPr>
          <a:xfrm>
            <a:off x="3906982" y="3974256"/>
            <a:ext cx="43780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6000" dirty="0">
                <a:solidFill>
                  <a:schemeClr val="bg1"/>
                </a:solidFill>
                <a:latin typeface="Abadi" panose="020B0604020104020204" pitchFamily="34" charset="0"/>
              </a:rPr>
              <a:t>Metataidot</a:t>
            </a:r>
            <a:endParaRPr lang="en-US" sz="60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532A52-5589-6B28-9DF5-5123B89C00DB}"/>
              </a:ext>
            </a:extLst>
          </p:cNvPr>
          <p:cNvSpPr txBox="1"/>
          <p:nvPr/>
        </p:nvSpPr>
        <p:spPr>
          <a:xfrm>
            <a:off x="3050431" y="4905673"/>
            <a:ext cx="6059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>
                <a:solidFill>
                  <a:schemeClr val="bg1"/>
                </a:solidFill>
                <a:latin typeface="Abadi" panose="020B0604020104020204" pitchFamily="34" charset="0"/>
              </a:rPr>
              <a:t>työpaikan piilotettu helmi</a:t>
            </a:r>
            <a:endParaRPr lang="en-US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F9035-2EE3-33CC-C9E2-DC7F71045FFD}"/>
              </a:ext>
            </a:extLst>
          </p:cNvPr>
          <p:cNvSpPr txBox="1"/>
          <p:nvPr/>
        </p:nvSpPr>
        <p:spPr>
          <a:xfrm>
            <a:off x="4322618" y="8503068"/>
            <a:ext cx="396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Metataitojen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tarkoitus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on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tukea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aktivoida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tehostaa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käyttöä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sekä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auttaa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ihmistä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sopeutumaan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jatkuvaan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muutokseen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.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eivät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liity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mihinkään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tiettyyn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ammattiin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tai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työn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sisältöön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ovat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"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taustalla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" –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eli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joiden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avulla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opimme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käsittelemme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tietoa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toimimme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kanssa</a:t>
            </a:r>
            <a:endParaRPr lang="en-US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685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7E932-B231-5F8F-4305-CD61F0F1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79AB8-4FC8-7CCC-2FC6-3AA0B3D680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9AE53-6971-A9AD-56CF-E4ACFBBC98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6D4872-2C22-49B2-2418-F7CBF873B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525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47A7F9D-2237-FC16-3468-8D40BBF0A644}"/>
              </a:ext>
            </a:extLst>
          </p:cNvPr>
          <p:cNvSpPr/>
          <p:nvPr/>
        </p:nvSpPr>
        <p:spPr>
          <a:xfrm>
            <a:off x="-16042" y="0"/>
            <a:ext cx="12192000" cy="9562011"/>
          </a:xfrm>
          <a:prstGeom prst="rect">
            <a:avLst/>
          </a:prstGeom>
          <a:solidFill>
            <a:srgbClr val="002060">
              <a:alpha val="54000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CC4DA6-C8F8-78B8-ACFB-2D0B3B83F6DF}"/>
              </a:ext>
            </a:extLst>
          </p:cNvPr>
          <p:cNvSpPr txBox="1"/>
          <p:nvPr/>
        </p:nvSpPr>
        <p:spPr>
          <a:xfrm>
            <a:off x="3837710" y="522456"/>
            <a:ext cx="43780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6000" dirty="0">
                <a:solidFill>
                  <a:schemeClr val="bg1"/>
                </a:solidFill>
                <a:latin typeface="Abadi" panose="020B0604020104020204" pitchFamily="34" charset="0"/>
              </a:rPr>
              <a:t>Metataidot</a:t>
            </a:r>
            <a:endParaRPr lang="en-US" sz="60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AAF8A-3043-A13A-4C37-BACB3ABA35C9}"/>
              </a:ext>
            </a:extLst>
          </p:cNvPr>
          <p:cNvSpPr txBox="1"/>
          <p:nvPr/>
        </p:nvSpPr>
        <p:spPr>
          <a:xfrm>
            <a:off x="2981159" y="1453873"/>
            <a:ext cx="6059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>
                <a:solidFill>
                  <a:schemeClr val="bg1"/>
                </a:solidFill>
                <a:latin typeface="Abadi" panose="020B0604020104020204" pitchFamily="34" charset="0"/>
              </a:rPr>
              <a:t>työpaikan piilotettu helmi</a:t>
            </a:r>
            <a:endParaRPr lang="en-US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05309E-B7BE-3023-5A53-1BC7F0C93C42}"/>
              </a:ext>
            </a:extLst>
          </p:cNvPr>
          <p:cNvSpPr txBox="1"/>
          <p:nvPr/>
        </p:nvSpPr>
        <p:spPr>
          <a:xfrm>
            <a:off x="4350328" y="2541805"/>
            <a:ext cx="396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Metataitojen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tarkoitus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on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tukea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aktivoida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tehostaa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käyttöä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sekä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auttaa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ihmistä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sopeutumaan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jatkuvaan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muutokseen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.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eivät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liity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mihinkään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tiettyyn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ammattiin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tai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työn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sisältöön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ovat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"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taustalla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" –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eli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joiden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avulla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opimme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käsittelemme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tietoa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toimimme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kanssa</a:t>
            </a:r>
            <a:endParaRPr lang="en-US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049343-48B9-FC1F-81D8-B6071EF88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5450" y="1802695"/>
            <a:ext cx="7333671" cy="434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051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32D22-B60A-8C4A-4BAE-26562DA95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B2C3-EAB5-F378-4DB9-49C4C7D4E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8761C-7AA5-F223-F7C5-7E72780465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670BF9-A583-F9D4-B58E-717D479BD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525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7A05619-BDAA-0BF9-DE1C-2F508CC86F81}"/>
              </a:ext>
            </a:extLst>
          </p:cNvPr>
          <p:cNvSpPr/>
          <p:nvPr/>
        </p:nvSpPr>
        <p:spPr>
          <a:xfrm>
            <a:off x="-16042" y="0"/>
            <a:ext cx="12192000" cy="9562011"/>
          </a:xfrm>
          <a:prstGeom prst="rect">
            <a:avLst/>
          </a:prstGeom>
          <a:solidFill>
            <a:srgbClr val="002060">
              <a:alpha val="54000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01994-5DA9-458C-D842-F7E5D8BF9729}"/>
              </a:ext>
            </a:extLst>
          </p:cNvPr>
          <p:cNvSpPr txBox="1"/>
          <p:nvPr/>
        </p:nvSpPr>
        <p:spPr>
          <a:xfrm>
            <a:off x="3837710" y="522456"/>
            <a:ext cx="43780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6000" dirty="0">
                <a:solidFill>
                  <a:schemeClr val="bg1"/>
                </a:solidFill>
                <a:latin typeface="Abadi" panose="020B0604020104020204" pitchFamily="34" charset="0"/>
              </a:rPr>
              <a:t>Metataidot</a:t>
            </a:r>
            <a:endParaRPr lang="en-US" sz="60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7D38E0-99D5-8AA6-39B9-3BC120895EE0}"/>
              </a:ext>
            </a:extLst>
          </p:cNvPr>
          <p:cNvSpPr txBox="1"/>
          <p:nvPr/>
        </p:nvSpPr>
        <p:spPr>
          <a:xfrm>
            <a:off x="2981159" y="1453873"/>
            <a:ext cx="6059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>
                <a:solidFill>
                  <a:schemeClr val="bg1"/>
                </a:solidFill>
                <a:latin typeface="Abadi" panose="020B0604020104020204" pitchFamily="34" charset="0"/>
              </a:rPr>
              <a:t>työpaikan piilotettu helmi</a:t>
            </a:r>
            <a:endParaRPr lang="en-US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21AF6-25FB-FE4E-8022-54DD092AC744}"/>
              </a:ext>
            </a:extLst>
          </p:cNvPr>
          <p:cNvSpPr txBox="1"/>
          <p:nvPr/>
        </p:nvSpPr>
        <p:spPr>
          <a:xfrm>
            <a:off x="581892" y="2541805"/>
            <a:ext cx="396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Metataitojen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tarkoitus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on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tukea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aktivoida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tehostaa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käyttöä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sekä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auttaa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ihmistä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sopeutumaan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jatkuvaan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muutokseen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.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eivät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liity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mihinkään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tiettyyn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ammattiin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tai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työn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sisältöön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ovat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"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taustalla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" –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eli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joiden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avulla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opimme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käsittelemme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tietoa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toimimme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kanssa</a:t>
            </a:r>
            <a:endParaRPr lang="en-US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137EF0-2881-B99D-315F-C9FAA28C1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292" y="2138026"/>
            <a:ext cx="7333671" cy="43405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5AA270-D42F-D913-C90D-18F4ABC422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9525000"/>
            <a:ext cx="12185522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E9D2B4-C2A2-B917-9A4E-4CC942885353}"/>
              </a:ext>
            </a:extLst>
          </p:cNvPr>
          <p:cNvSpPr txBox="1"/>
          <p:nvPr/>
        </p:nvSpPr>
        <p:spPr>
          <a:xfrm>
            <a:off x="5063959" y="8670787"/>
            <a:ext cx="1893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4000" dirty="0">
                <a:solidFill>
                  <a:schemeClr val="bg1"/>
                </a:solidFill>
              </a:rPr>
              <a:t>KIITOS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834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4000">
              <a:srgbClr val="002060"/>
            </a:gs>
            <a:gs pos="74000">
              <a:srgbClr val="002060"/>
            </a:gs>
            <a:gs pos="83000">
              <a:srgbClr val="002060"/>
            </a:gs>
            <a:gs pos="100000">
              <a:srgbClr val="00206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D4774-7637-34E2-7B38-05BF3115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A10C1-0DC7-81C8-3B98-A5C9CB3629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F8E56-C1D3-3EC5-01C8-85D20CF9BC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13848C-3E1C-D7BC-9B0D-848272765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448" y="132022"/>
            <a:ext cx="12192000" cy="9525000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2627BE-723D-BB88-F9CB-4D04BCE2750F}"/>
              </a:ext>
            </a:extLst>
          </p:cNvPr>
          <p:cNvSpPr txBox="1"/>
          <p:nvPr/>
        </p:nvSpPr>
        <p:spPr>
          <a:xfrm>
            <a:off x="3906982" y="-5313967"/>
            <a:ext cx="43780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6000" dirty="0">
                <a:solidFill>
                  <a:schemeClr val="bg1"/>
                </a:solidFill>
                <a:latin typeface="Abadi" panose="020B0604020104020204" pitchFamily="34" charset="0"/>
              </a:rPr>
              <a:t>Metataidot</a:t>
            </a:r>
            <a:endParaRPr lang="en-US" sz="60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B641D9-CF38-CAE9-B477-4EE098B0A4B7}"/>
              </a:ext>
            </a:extLst>
          </p:cNvPr>
          <p:cNvSpPr txBox="1"/>
          <p:nvPr/>
        </p:nvSpPr>
        <p:spPr>
          <a:xfrm>
            <a:off x="3050431" y="-4382550"/>
            <a:ext cx="6059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>
                <a:solidFill>
                  <a:schemeClr val="bg1"/>
                </a:solidFill>
                <a:latin typeface="Abadi" panose="020B0604020104020204" pitchFamily="34" charset="0"/>
              </a:rPr>
              <a:t>työpaikan piilotettu helmi</a:t>
            </a:r>
            <a:endParaRPr lang="en-US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90A577-B0B0-7C7A-0722-1E57817EBD49}"/>
              </a:ext>
            </a:extLst>
          </p:cNvPr>
          <p:cNvSpPr txBox="1"/>
          <p:nvPr/>
        </p:nvSpPr>
        <p:spPr>
          <a:xfrm>
            <a:off x="655782" y="-4011873"/>
            <a:ext cx="396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Metataitojen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tarkoitus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on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tukea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aktivoida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tehostaa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käyttöä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sekä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auttaa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ihmistä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sopeutumaan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jatkuvaan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muutokseen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.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eivät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liity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mihinkään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tiettyyn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ammattiin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tai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työn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sisältöön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ovat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"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taustalla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" –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eli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joiden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avulla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opimme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käsittelemme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tietoa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toimimme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kanssa</a:t>
            </a:r>
            <a:endParaRPr lang="en-US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99AED7-3935-1B96-E444-042178C8C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782" y="-5714971"/>
            <a:ext cx="7333671" cy="43405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2BC19A-4ABF-4E11-1723-9BE2CBB04CC6}"/>
              </a:ext>
            </a:extLst>
          </p:cNvPr>
          <p:cNvSpPr txBox="1"/>
          <p:nvPr/>
        </p:nvSpPr>
        <p:spPr>
          <a:xfrm>
            <a:off x="5133231" y="2894152"/>
            <a:ext cx="1893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4000" dirty="0">
                <a:solidFill>
                  <a:schemeClr val="bg1"/>
                </a:solidFill>
              </a:rPr>
              <a:t>KIITOS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474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218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Abadi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Artem Prilepin</dc:creator>
  <cp:lastModifiedBy>Artem Prilepin</cp:lastModifiedBy>
  <cp:revision>1</cp:revision>
  <dcterms:created xsi:type="dcterms:W3CDTF">2026-10-15T12:34:22Z</dcterms:created>
  <dcterms:modified xsi:type="dcterms:W3CDTF">2026-10-15T13:36:14Z</dcterms:modified>
</cp:coreProperties>
</file>